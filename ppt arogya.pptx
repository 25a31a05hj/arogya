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7_AAE57AAB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946C5E-BC41-2CD8-0C50-2F77DE8F755B}" name="Admin" initials="A" userId="Admin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47" autoAdjust="0"/>
  </p:normalViewPr>
  <p:slideViewPr>
    <p:cSldViewPr snapToGrid="0" snapToObjects="1">
      <p:cViewPr>
        <p:scale>
          <a:sx n="75" d="100"/>
          <a:sy n="75" d="100"/>
        </p:scale>
        <p:origin x="300" y="-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8/10/relationships/authors" Target="authors.xml"/></Relationships>
</file>

<file path=ppt/comments/modernComment_107_AAE57AA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9730CDC-42A3-4CC1-A4D7-A832FD4ADB59}" authorId="{7C946C5E-BC41-2CD8-0C50-2F77DE8F755B}" created="2026-09-14T15:38:55.941">
    <pc:sldMkLst xmlns:pc="http://schemas.microsoft.com/office/powerpoint/2013/main/command">
      <pc:docMk/>
      <pc:sldMk cId="2867165867" sldId="263"/>
    </pc:sldMkLst>
    <p188:txBody>
      <a:bodyPr/>
      <a:lstStyle/>
      <a:p>
        <a:r>
          <a:rPr lang="en-IN"/>
          <a:t>Thank you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07_AAE57AAB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77240" y="685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BEBE"/>
                </a:solidFill>
                <a:latin typeface="Aptos"/>
              </a:defRPr>
            </a:pPr>
            <a:r>
              <a:t>AI WELLNESS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70408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rPr dirty="0"/>
              <a:t>AROGYA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704088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rPr dirty="0"/>
              <a:t>AI-Powered Personal</a:t>
            </a:r>
            <a:br>
              <a:rPr dirty="0"/>
            </a:br>
            <a:r>
              <a:rPr dirty="0"/>
              <a:t>Wellness Assistant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78972" y="3459481"/>
            <a:ext cx="7332618" cy="45719"/>
          </a:xfrm>
          <a:prstGeom prst="rect">
            <a:avLst/>
          </a:prstGeom>
          <a:solidFill>
            <a:srgbClr val="3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77239" y="4343401"/>
            <a:ext cx="6418217" cy="2209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rPr sz="2400" b="1" dirty="0"/>
              <a:t>Presented by</a:t>
            </a:r>
            <a:r>
              <a:rPr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: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VEERA PURNIMA VENKATA</a:t>
            </a:r>
            <a:br>
              <a:rPr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sz="240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B.Tech</a:t>
            </a:r>
            <a:r>
              <a:rPr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– Computer Science &amp; Engineering | Pragati Engineering College</a:t>
            </a:r>
            <a:endParaRPr lang="en-IN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endParaRPr lang="en-IN" dirty="0"/>
          </a:p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endParaRPr lang="en-IN" dirty="0"/>
          </a:p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endParaRPr lang="en-IN" dirty="0"/>
          </a:p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en-IN" sz="2400" dirty="0" err="1">
                <a:solidFill>
                  <a:srgbClr val="FFC000"/>
                </a:solidFill>
              </a:rPr>
              <a:t>Livedemo</a:t>
            </a:r>
            <a:r>
              <a:rPr lang="en-IN" sz="2400" dirty="0" err="1"/>
              <a:t>:</a:t>
            </a:r>
            <a:r>
              <a:rPr lang="en-IN" sz="2400" dirty="0" err="1">
                <a:solidFill>
                  <a:schemeClr val="accent5"/>
                </a:solidFill>
              </a:rPr>
              <a:t>https</a:t>
            </a:r>
            <a:r>
              <a:rPr lang="en-IN" sz="2400" dirty="0">
                <a:solidFill>
                  <a:schemeClr val="accent5"/>
                </a:solidFill>
              </a:rPr>
              <a:t>://arogya9.netlify.app/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663443-987D-D372-CC92-E18AE08CEB4F}"/>
              </a:ext>
            </a:extLst>
          </p:cNvPr>
          <p:cNvSpPr/>
          <p:nvPr/>
        </p:nvSpPr>
        <p:spPr>
          <a:xfrm>
            <a:off x="8290562" y="648776"/>
            <a:ext cx="3632559" cy="48245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60F9137-B779-897D-DE01-6491B99C8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9086" y="1005841"/>
            <a:ext cx="3243942" cy="41555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Aptos"/>
              </a:defRPr>
            </a:pPr>
            <a:r>
              <a:t>01 /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5156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0A2342"/>
                </a:solidFill>
                <a:latin typeface="Aptos"/>
              </a:defRPr>
            </a:pPr>
            <a:r>
              <a:rPr dirty="0"/>
              <a:t>The Problem </a:t>
            </a:r>
            <a:r>
              <a:rPr lang="en-IN" dirty="0"/>
              <a:t>I</a:t>
            </a:r>
            <a:r>
              <a:rPr dirty="0"/>
              <a:t> Address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389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5C6C7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0881360" cy="228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290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1417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9163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342"/>
                </a:solidFill>
                <a:latin typeface="Aptos"/>
              </a:defRPr>
            </a:pPr>
            <a:r>
              <a:t>😴 Daily habits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C6C7D"/>
                </a:solidFill>
                <a:latin typeface="Aptos"/>
              </a:defRPr>
            </a:pPr>
            <a:r>
              <a:t>Sleep, exercise and hydration are difficult to track consistently.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1417320"/>
          </a:xfrm>
          <a:prstGeom prst="rect">
            <a:avLst/>
          </a:prstGeom>
          <a:solidFill>
            <a:srgbClr val="3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69163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342"/>
                </a:solidFill>
                <a:latin typeface="Aptos"/>
              </a:defRPr>
            </a:pPr>
            <a:r>
              <a:t>📊 Too much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03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C6C7D"/>
                </a:solidFill>
                <a:latin typeface="Aptos"/>
              </a:defRPr>
            </a:pPr>
            <a:r>
              <a:t>Users need simple insights instead of raw wellness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4290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73152" cy="1417320"/>
          </a:xfrm>
          <a:prstGeom prst="rect">
            <a:avLst/>
          </a:prstGeom>
          <a:solidFill>
            <a:srgbClr val="6F5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3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342"/>
                </a:solidFill>
                <a:latin typeface="Aptos"/>
              </a:defRPr>
            </a:pPr>
            <a:r>
              <a:t>🤖 Limited guidance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C6C7D"/>
                </a:solidFill>
                <a:latin typeface="Aptos"/>
              </a:defRPr>
            </a:pPr>
            <a:r>
              <a:t>Tracking alone does not tell users what to improve next.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69037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2342"/>
                </a:solidFill>
                <a:latin typeface="Aptos"/>
              </a:defRPr>
            </a:pPr>
            <a:r>
              <a:rPr dirty="0"/>
              <a:t>One platform that turns everyday wellness data into</a:t>
            </a:r>
            <a:br>
              <a:rPr dirty="0"/>
            </a:br>
            <a:r>
              <a:rPr dirty="0"/>
              <a:t>clear scores, recommendations and actionable next steps.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DDD3CA5-AF7D-AA7F-5381-A0681E25A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177539"/>
            <a:ext cx="4086012" cy="35729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BEBE"/>
                </a:solidFill>
                <a:latin typeface="Aptos"/>
              </a:defRPr>
            </a:pPr>
            <a:r>
              <a:t>02 /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How AarogyaAI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196596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8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A2342"/>
                </a:solidFill>
                <a:latin typeface="Aptos"/>
              </a:defRPr>
            </a:pPr>
            <a: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2342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5C6C7D"/>
                </a:solidFill>
                <a:latin typeface="Aptos"/>
              </a:defRPr>
            </a:pPr>
            <a:r>
              <a:t>Register / 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53512" y="1828800"/>
            <a:ext cx="196596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36392" y="20574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8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25146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A2342"/>
                </a:solidFill>
                <a:latin typeface="Aptos"/>
              </a:defRPr>
            </a:pPr>
            <a:r>
              <a:t>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3154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2342"/>
                </a:solidFill>
                <a:latin typeface="Aptos"/>
              </a:defRPr>
            </a:pPr>
            <a:r>
              <a:t>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36118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5C6C7D"/>
                </a:solidFill>
                <a:latin typeface="Aptos"/>
              </a:defRPr>
            </a:pPr>
            <a:r>
              <a:t>Enter daily wellness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1224" y="1828800"/>
            <a:ext cx="196596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04104" y="20574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8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4104" y="25146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A2342"/>
                </a:solidFill>
                <a:latin typeface="Aptos"/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104" y="3154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2342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4104" y="36118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5C6C7D"/>
                </a:solidFill>
                <a:latin typeface="Aptos"/>
              </a:defRPr>
            </a:pPr>
            <a:r>
              <a:t>Calculate wellness 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88936" y="1828800"/>
            <a:ext cx="196596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71815" y="20574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8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1815" y="25146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A2342"/>
                </a:solidFill>
                <a:latin typeface="Aptos"/>
              </a:defRPr>
            </a:pPr>
            <a:r>
              <a:t>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71815" y="3154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2342"/>
                </a:solidFill>
                <a:latin typeface="Aptos"/>
              </a:defRPr>
            </a:pPr>
            <a:r>
              <a:t>Recommend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5" y="36118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5C6C7D"/>
                </a:solidFill>
                <a:latin typeface="Aptos"/>
              </a:defRPr>
            </a:pPr>
            <a:r>
              <a:t>Personalized next steps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56648" y="1828800"/>
            <a:ext cx="196596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39528" y="20574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8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9528" y="25146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A2342"/>
                </a:solidFill>
                <a:latin typeface="Aptos"/>
              </a:defRPr>
            </a:pPr>
            <a:r>
              <a:t>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9528" y="3154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2342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9528" y="36118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5C6C7D"/>
                </a:solidFill>
                <a:latin typeface="Aptos"/>
              </a:defRPr>
            </a:pPr>
            <a:r>
              <a:t>Monitor progress over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532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0BEBE"/>
                </a:solidFill>
                <a:latin typeface="Aptos"/>
              </a:defRPr>
            </a:pPr>
            <a:r>
              <a:t>😴 Sleep   •   🏃 Exercise   •   💧 Hydration   •   🥗 Nutrition   •   🧘 Stress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Aptos"/>
              </a:defRPr>
            </a:pPr>
            <a:r>
              <a:t>03 /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0A2342"/>
                </a:solidFill>
                <a:latin typeface="Aptos"/>
              </a:defRPr>
            </a:pPr>
            <a: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389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5C6C7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0881360" cy="228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57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0241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342"/>
                </a:solidFill>
                <a:latin typeface="Aptos"/>
              </a:defRPr>
            </a:pPr>
            <a:r>
              <a:t>🤖 AI Wellness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C6C7D"/>
                </a:solidFill>
                <a:latin typeface="Aptos"/>
              </a:defRPr>
            </a:pPr>
            <a:r>
              <a:t>Interactive wellness guidance with AI responses and an offline fallback.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024128"/>
          </a:xfrm>
          <a:prstGeom prst="rect">
            <a:avLst/>
          </a:prstGeom>
          <a:solidFill>
            <a:srgbClr val="3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342"/>
                </a:solidFill>
                <a:latin typeface="Aptos"/>
              </a:defRPr>
            </a:pPr>
            <a:r>
              <a:t>📊 Wellness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11680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C6C7D"/>
                </a:solidFill>
                <a:latin typeface="Aptos"/>
              </a:defRPr>
            </a:pPr>
            <a:r>
              <a:t>Explainable 0–100 scoring across five everyday wellness dimensions.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51760"/>
            <a:ext cx="5257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651760"/>
            <a:ext cx="73152" cy="1024128"/>
          </a:xfrm>
          <a:prstGeom prst="rect">
            <a:avLst/>
          </a:prstGeom>
          <a:solidFill>
            <a:srgbClr val="6F5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834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342"/>
                </a:solidFill>
                <a:latin typeface="Aptos"/>
              </a:defRPr>
            </a:pPr>
            <a:r>
              <a:t>🎯 Personalized 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46120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C6C7D"/>
                </a:solidFill>
                <a:latin typeface="Aptos"/>
              </a:defRPr>
            </a:pPr>
            <a:r>
              <a:t>Highlights weaker areas and suggests practical improvements.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651760"/>
            <a:ext cx="5257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2651760"/>
            <a:ext cx="73152" cy="1024128"/>
          </a:xfrm>
          <a:prstGeom prst="rect">
            <a:avLst/>
          </a:prstGeom>
          <a:solidFill>
            <a:srgbClr val="FF9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2834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342"/>
                </a:solidFill>
                <a:latin typeface="Aptos"/>
              </a:defRPr>
            </a:pPr>
            <a:r>
              <a:t>📅 Daily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246120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C6C7D"/>
                </a:solidFill>
                <a:latin typeface="Aptos"/>
              </a:defRPr>
            </a:pPr>
            <a:r>
              <a:t>Record habits and monitor wellness performance over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886200"/>
            <a:ext cx="5257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3886200"/>
            <a:ext cx="73152" cy="10241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342"/>
                </a:solidFill>
                <a:latin typeface="Aptos"/>
              </a:defRPr>
            </a:pPr>
            <a:r>
              <a:t>⏰ Smart Reminders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80560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C6C7D"/>
                </a:solidFill>
                <a:latin typeface="Aptos"/>
              </a:defRPr>
            </a:pPr>
            <a:r>
              <a:t>Supports consistency by helping users remember healthy routines.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886200"/>
            <a:ext cx="5257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3886200"/>
            <a:ext cx="73152" cy="1024128"/>
          </a:xfrm>
          <a:prstGeom prst="rect">
            <a:avLst/>
          </a:prstGeom>
          <a:solidFill>
            <a:srgbClr val="3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4069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342"/>
                </a:solidFill>
                <a:latin typeface="Aptos"/>
              </a:defRPr>
            </a:pPr>
            <a:r>
              <a:t>📈 Reports &amp; 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480560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C6C7D"/>
                </a:solidFill>
                <a:latin typeface="Aptos"/>
              </a:defRPr>
            </a:pPr>
            <a:r>
              <a:t>Turns recorded data into easy-to-understand progress information.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120640"/>
            <a:ext cx="5257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5800" y="5120640"/>
            <a:ext cx="73152" cy="1024128"/>
          </a:xfrm>
          <a:prstGeom prst="rect">
            <a:avLst/>
          </a:prstGeom>
          <a:solidFill>
            <a:srgbClr val="6F5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303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342"/>
                </a:solidFill>
                <a:latin typeface="Aptos"/>
              </a:defRPr>
            </a:pPr>
            <a:r>
              <a:t>🔐 Secure Authentication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715000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C6C7D"/>
                </a:solidFill>
                <a:latin typeface="Aptos"/>
              </a:defRPr>
            </a:pPr>
            <a:r>
              <a:t>Registration, login and personalized user data with JWT.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5120640"/>
            <a:ext cx="52578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09360" y="5120640"/>
            <a:ext cx="73152" cy="1024128"/>
          </a:xfrm>
          <a:prstGeom prst="rect">
            <a:avLst/>
          </a:prstGeom>
          <a:solidFill>
            <a:srgbClr val="FF9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5303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342"/>
                </a:solidFill>
                <a:latin typeface="Aptos"/>
              </a:defRPr>
            </a:pPr>
            <a:r>
              <a:t>🚨 Safety-First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715000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C6C7D"/>
                </a:solidFill>
                <a:latin typeface="Aptos"/>
              </a:defRPr>
            </a:pPr>
            <a:r>
              <a:t>Red-flag detection encourages professional help when appropriate.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BEBE"/>
                </a:solidFill>
                <a:latin typeface="Aptos"/>
              </a:defRPr>
            </a:pPr>
            <a:r>
              <a:t>04 /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rPr dirty="0"/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337560" cy="1371600"/>
          </a:xfrm>
          <a:prstGeom prst="roundRect">
            <a:avLst/>
          </a:prstGeom>
          <a:solidFill>
            <a:srgbClr val="14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333756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Aptos"/>
              </a:defRPr>
            </a:pPr>
            <a:r>
              <a:t>🎨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HTML • CSS • JavaScript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337560" cy="1371600"/>
          </a:xfrm>
          <a:prstGeom prst="roundRect">
            <a:avLst/>
          </a:prstGeom>
          <a:solidFill>
            <a:srgbClr val="14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645920"/>
            <a:ext cx="3337560" cy="73152"/>
          </a:xfrm>
          <a:prstGeom prst="rect">
            <a:avLst/>
          </a:prstGeom>
          <a:solidFill>
            <a:srgbClr val="3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874519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BEBE"/>
                </a:solidFill>
                <a:latin typeface="Aptos"/>
              </a:defRPr>
            </a:pPr>
            <a:r>
              <a:t>⚙️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3172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Python • Flask • REST APIs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645920"/>
            <a:ext cx="3337560" cy="1371600"/>
          </a:xfrm>
          <a:prstGeom prst="roundRect">
            <a:avLst/>
          </a:prstGeom>
          <a:solidFill>
            <a:srgbClr val="14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3879" y="1645920"/>
            <a:ext cx="3337560" cy="73152"/>
          </a:xfrm>
          <a:prstGeom prst="rect">
            <a:avLst/>
          </a:prstGeom>
          <a:solidFill>
            <a:srgbClr val="6F5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874519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5BCD"/>
                </a:solidFill>
                <a:latin typeface="Aptos"/>
              </a:defRPr>
            </a:pPr>
            <a:r>
              <a:t>🗄️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33172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SQLite / 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74720"/>
            <a:ext cx="3337560" cy="1371600"/>
          </a:xfrm>
          <a:prstGeom prst="roundRect">
            <a:avLst/>
          </a:prstGeom>
          <a:solidFill>
            <a:srgbClr val="14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474720"/>
            <a:ext cx="3337560" cy="73152"/>
          </a:xfrm>
          <a:prstGeom prst="rect">
            <a:avLst/>
          </a:prstGeom>
          <a:solidFill>
            <a:srgbClr val="FF9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4D"/>
                </a:solidFill>
                <a:latin typeface="Aptos"/>
              </a:defRPr>
            </a:pPr>
            <a:r>
              <a:t>🤖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AI Assistant • Scoring • Recommendations • Safety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474720"/>
            <a:ext cx="3337560" cy="1371600"/>
          </a:xfrm>
          <a:prstGeom prst="roundRect">
            <a:avLst/>
          </a:prstGeom>
          <a:solidFill>
            <a:srgbClr val="14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3474720"/>
            <a:ext cx="333756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370332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Aptos"/>
              </a:defRPr>
            </a:pPr>
            <a:r>
              <a:t>🔑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16052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JWT Authentication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3474720"/>
            <a:ext cx="3337560" cy="1371600"/>
          </a:xfrm>
          <a:prstGeom prst="roundRect">
            <a:avLst/>
          </a:prstGeom>
          <a:solidFill>
            <a:srgbClr val="14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83879" y="3474720"/>
            <a:ext cx="3337560" cy="73152"/>
          </a:xfrm>
          <a:prstGeom prst="rect">
            <a:avLst/>
          </a:prstGeom>
          <a:solidFill>
            <a:srgbClr val="3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370332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BEBE"/>
                </a:solidFill>
                <a:latin typeface="Aptos"/>
              </a:defRPr>
            </a:pPr>
            <a:r>
              <a:t>🚀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6052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Gunicorn • Netlify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Aptos"/>
              </a:defRPr>
            </a:pPr>
            <a:r>
              <a:t>05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0A2342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389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5C6C7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0881360" cy="228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16276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353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0">
                <a:solidFill>
                  <a:srgbClr val="0A2342"/>
                </a:solidFill>
                <a:latin typeface="Aptos"/>
              </a:defRPr>
            </a:pPr>
            <a: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353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C6C7D"/>
                </a:solidFill>
                <a:latin typeface="Aptos"/>
              </a:defRPr>
            </a:pPr>
            <a:r>
              <a:t>Login / 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1992" y="2743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874519"/>
            <a:ext cx="16276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51760" y="2148840"/>
            <a:ext cx="1353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0">
                <a:solidFill>
                  <a:srgbClr val="0A2342"/>
                </a:solidFill>
                <a:latin typeface="Aptos"/>
              </a:defRPr>
            </a:pPr>
            <a:r>
              <a:t>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78892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200400"/>
            <a:ext cx="1353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C6C7D"/>
                </a:solidFill>
                <a:latin typeface="Aptos"/>
              </a:defRPr>
            </a:pPr>
            <a:r>
              <a:t>Daily wellness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2232" y="2743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874519"/>
            <a:ext cx="16276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2148840"/>
            <a:ext cx="1353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0">
                <a:solidFill>
                  <a:srgbClr val="0A2342"/>
                </a:solidFill>
                <a:latin typeface="Aptos"/>
              </a:defRPr>
            </a:pPr>
            <a: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8892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Aptos"/>
              </a:defRPr>
            </a:pPr>
            <a:r>
              <a:t>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00400"/>
            <a:ext cx="1353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C6C7D"/>
                </a:solidFill>
                <a:latin typeface="Aptos"/>
              </a:defRPr>
            </a:pPr>
            <a:r>
              <a:t>Score +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2472" y="2743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874519"/>
            <a:ext cx="16276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2148840"/>
            <a:ext cx="1353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0">
                <a:solidFill>
                  <a:srgbClr val="0A2342"/>
                </a:solidFill>
                <a:latin typeface="Aptos"/>
              </a:defRPr>
            </a:pPr>
            <a: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78892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200400"/>
            <a:ext cx="1353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C6C7D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2712" y="2743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1874519"/>
            <a:ext cx="16276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2148840"/>
            <a:ext cx="1353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0">
                <a:solidFill>
                  <a:srgbClr val="0A2342"/>
                </a:solidFill>
                <a:latin typeface="Aptos"/>
              </a:defRPr>
            </a:pPr>
            <a:r>
              <a:t>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78892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200400"/>
            <a:ext cx="1353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C6C7D"/>
                </a:solidFill>
                <a:latin typeface="Aptos"/>
              </a:defRPr>
            </a:pPr>
            <a:r>
              <a:t>Reports + progress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2743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95560" y="1874519"/>
            <a:ext cx="16276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32720" y="2148840"/>
            <a:ext cx="1353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0">
                <a:solidFill>
                  <a:srgbClr val="0A2342"/>
                </a:solidFill>
                <a:latin typeface="Aptos"/>
              </a:defRPr>
            </a:pPr>
            <a:r>
              <a:t>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278892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Aptos"/>
              </a:defRPr>
            </a:pPr>
            <a:r>
              <a:t>Assistant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3200400"/>
            <a:ext cx="1353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C6C7D"/>
                </a:solidFill>
                <a:latin typeface="Aptos"/>
              </a:defRPr>
            </a:pPr>
            <a:r>
              <a:t>Wellness conversation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28800" y="4800600"/>
            <a:ext cx="8503920" cy="731520"/>
          </a:xfrm>
          <a:prstGeom prst="round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011680" y="5001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🚨 Safety Layer: Red-Flag Detection → Appropriate Safety Guidance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Aptos"/>
              </a:defRPr>
            </a:pPr>
            <a:r>
              <a:t>06 /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0A2342"/>
                </a:solidFill>
                <a:latin typeface="Aptos"/>
              </a:defRPr>
            </a:pPr>
            <a:r>
              <a:t>Future Scope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389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5C6C7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0881360" cy="228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2120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73152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342"/>
                </a:solidFill>
                <a:latin typeface="Aptos"/>
              </a:defRPr>
            </a:pPr>
            <a:r>
              <a:t>📱 Mobile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800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C6C7D"/>
                </a:solidFill>
                <a:latin typeface="Aptos"/>
              </a:defRPr>
            </a:pPr>
            <a:r>
              <a:t>Android / iOS experience for daily wellness tracking.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60320"/>
            <a:ext cx="52120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560320"/>
            <a:ext cx="73152" cy="914400"/>
          </a:xfrm>
          <a:prstGeom prst="rect">
            <a:avLst/>
          </a:prstGeom>
          <a:solidFill>
            <a:srgbClr val="3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342"/>
                </a:solidFill>
                <a:latin typeface="Aptos"/>
              </a:defRPr>
            </a:pPr>
            <a:r>
              <a:t>⌚ Wearable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54679"/>
            <a:ext cx="4800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C6C7D"/>
                </a:solidFill>
                <a:latin typeface="Aptos"/>
              </a:defRPr>
            </a:pPr>
            <a:r>
              <a:t>Connect smartwatch and fitness-tracker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52120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657600"/>
            <a:ext cx="73152" cy="914400"/>
          </a:xfrm>
          <a:prstGeom prst="rect">
            <a:avLst/>
          </a:prstGeom>
          <a:solidFill>
            <a:srgbClr val="6F5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342"/>
                </a:solidFill>
                <a:latin typeface="Aptos"/>
              </a:defRPr>
            </a:pPr>
            <a:r>
              <a:t>🗣️ Voice + Languages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4800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C6C7D"/>
                </a:solidFill>
                <a:latin typeface="Aptos"/>
              </a:defRPr>
            </a:pPr>
            <a:r>
              <a:t>Voice assistant and multilingual Indian-language support.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463040"/>
            <a:ext cx="521208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1463040"/>
            <a:ext cx="73152" cy="3108960"/>
          </a:xfrm>
          <a:prstGeom prst="rect">
            <a:avLst/>
          </a:prstGeom>
          <a:solidFill>
            <a:srgbClr val="FF9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164592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342"/>
                </a:solidFill>
                <a:latin typeface="Aptos"/>
              </a:defRPr>
            </a:pPr>
            <a:r>
              <a:t>🎯 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057400"/>
            <a:ext cx="48006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C6C7D"/>
                </a:solidFill>
                <a:latin typeface="Aptos"/>
              </a:defRPr>
            </a:pPr>
            <a:r>
              <a:t>AarogyaAI makes everyday wellness tracking simple, personalized and accessible.</a:t>
            </a:r>
            <a:br/>
            <a:br/>
            <a:r>
              <a:t>🌱 Track  →  Analyze  →  Recommend  →  Improve</a:t>
            </a:r>
            <a:br/>
            <a:br/>
            <a:r>
              <a:t>The goal is to encourage healthier, more consistent habits through understandable, data-driven wellness insights.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892040"/>
            <a:ext cx="5212080" cy="777240"/>
          </a:xfrm>
          <a:prstGeom prst="round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51023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🚀 LIVE DEMO  •  arogya9.netlify.app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969EAD-E351-8241-ECA7-7F9282B01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1" y="474133"/>
            <a:ext cx="5257800" cy="5689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28B689-4AA5-94CF-0B29-136C78F4BD51}"/>
              </a:ext>
            </a:extLst>
          </p:cNvPr>
          <p:cNvSpPr txBox="1"/>
          <p:nvPr/>
        </p:nvSpPr>
        <p:spPr>
          <a:xfrm>
            <a:off x="6223000" y="2548467"/>
            <a:ext cx="5715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86716586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450</Words>
  <Application>Microsoft Office PowerPoint</Application>
  <PresentationFormat>Widescreen</PresentationFormat>
  <Paragraphs>115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2026-09-14T15:49:24Z</dcterms:modified>
  <cp:category/>
</cp:coreProperties>
</file>